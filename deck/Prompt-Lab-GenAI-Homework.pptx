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เปิดด้วยธีมของการบ้าน: ทุกแง่ทำสองรอบ zero-shot แล้ว few-shot และใช้ธีมเดียวกันคือการเรียนรู้กับ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อธิบายว่าทุกแง่ใช้วงจรเดียวกันตามนี้ สไลด์ถัดไปจะเริ่มแง่ที่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แง่ที่ 1 รอบแรก ใช้พรอมป์ไทยสั้น ๆ ผลออกมา generic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รอบสองใช้โครงสร้าง subject→scene→lighting→composition→constraints และภาษาอังกฤษ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สรุปแง่ 1: ความจำเพาะของพรอมป์คือสิ่งที่ล็อกคุณภาพภาพ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แง่ที่ 2 รอบแรก ขอกราฟเดี่ยว ได้เส้น sin ธรรมดาบน Desmos 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รอบสองได้ slider 2 ตัวและเส้นวิกฤตจากหน้าจอ Desmos 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สรุปแง่ 2: ระบุเป้าหมายการสื่อสารก่อนเลือกสมการ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แง่ 3 รอบแรก ได้ flowchart พื้นฐานจาก mermaid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เทียบไดอะแกรมก่อน-หลังคู่กัน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สรุปแง่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แง่ 4 รอบแรก ได้เทมเพลตว่าง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เอกสารไทยครบองค์ประกอบ สองหน้า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สรุปแง่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แง่ 5 รอบแรก: คำสั่งสั้นได้ text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สไลด์สรุปจริง 10 หน้า embed ในเว็บไซต์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สรุปแง่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แง่ 6 รอบแรก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เว็บจริง deploy 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สรุปแง่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โบนัส: เว็บรวมงาน 1-5 ต่อเนื่อง ลง GitHub 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Canva MCP guide สรุป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ตารางสรุป 6 แง่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ปิดท้ายด้วยลิงก์เว็บและ repo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fewshot-we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0"/>
            <a:ext cx="1371600" cy="6858000"/>
          </a:xfrm>
          <a:prstGeom prst="rect">
            <a:avLst/>
          </a:prstGeom>
          <a:solidFill>
            <a:srgbClr val="0F0E1D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การบ้าน · GENAI 1 · WEEK 4 พลังของ PROMPT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137160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พลังของ Prompt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02920" y="248716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 </a:t>
            </a:r>
            <a:pPr indent="0" marL="0">
              <a:buNone/>
            </a:pPr>
            <a:r>
              <a:rPr lang="en-US" sz="260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Zero-shot</a:t>
            </a:r>
            <a:pPr indent="0" marL="0">
              <a:buNone/>
            </a:pPr>
            <a:r>
              <a:rPr lang="en-US" sz="26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สู่ </a:t>
            </a:r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Few-shot</a:t>
            </a:r>
            <a:pPr indent="0" marL="0">
              <a:buNone/>
            </a:pPr>
            <a:r>
              <a:rPr lang="en-US" sz="26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ใน 6 แง่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32004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ทดลองเขียนพรอมป์สองรอบในหกเครื่องมือ — ภาพ AI · Desmos · Mermaid · LaTeX · NotebookLM · เว็บไซต์ GitHub — พร้อมสะท้อนการเรียนรู้ทุกแง่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557784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อิทธิพล วงศ์อภัย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 13 กันยายน 2569 · เว็บประกอบ: fiezdev.github.io/genai-prompt-lab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วิธีทำงาน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วงจรเดียวกันทั้ง 6 แง่: เขียน → ดูผล → ถามต่อ → เขียนใหม่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7406640" cy="1024128"/>
          </a:xfrm>
          <a:prstGeom prst="roundRect">
            <a:avLst>
              <a:gd name="adj" fmla="val 8929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7099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554480" y="1709928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พรอมป์แรก (zero-shot)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สั่งสั้น ๆ ครั้งเดียว ไม่มีตัวอย่าง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807208"/>
            <a:ext cx="7406640" cy="1024128"/>
          </a:xfrm>
          <a:prstGeom prst="roundRect">
            <a:avLst>
              <a:gd name="adj" fmla="val 8929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916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554480" y="291693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ผลลัพธ์แรก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บันทึกภาพ/ไฟล์จริง จุดอ่อนของผลลัพธ์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014216"/>
            <a:ext cx="7406640" cy="1024128"/>
          </a:xfrm>
          <a:prstGeom prst="roundRect">
            <a:avLst>
              <a:gd name="adj" fmla="val 8929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41239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554480" y="4123944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ถาม–ตอบ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คุยกับ AI เพื่อหาสิ่งที่ต้องระบุเพิ่ม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5221224"/>
            <a:ext cx="7406640" cy="1024128"/>
          </a:xfrm>
          <a:prstGeom prst="roundRect">
            <a:avLst>
              <a:gd name="adj" fmla="val 8929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53309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554480" y="533095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พรอมป์ใหม่ (few-shot)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ใส่บทบาท+บริบท+รูปแบบ+ข้อจำกัด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11896" y="1271016"/>
            <a:ext cx="2395728" cy="5184648"/>
          </a:xfrm>
          <a:prstGeom prst="roundRect">
            <a:avLst>
              <a:gd name="adj" fmla="val 3435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7" name="Image 0" descr="assets/mermaid/v2-fewshot-bi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1325880"/>
            <a:ext cx="2286000" cy="5074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66760" y="6419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แผนภาพ Mermaid ของวงจร (แง่ที่ 3)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2/30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1 · การสร้างรูปด้วย AI · Higgsfield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พรอมป์แรก (zero-shot)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663440" cy="1920240"/>
          </a:xfrm>
          <a:prstGeom prst="roundRect">
            <a:avLst>
              <a:gd name="adj" fmla="val 4286"/>
            </a:avLst>
          </a:prstGeom>
          <a:solidFill>
            <a:srgbClr val="12101F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4151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นักเรียนกำลังเรียนหนังสือด้วย AI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31536" y="1499616"/>
            <a:ext cx="6281928" cy="3575304"/>
          </a:xfrm>
          <a:prstGeom prst="roundRect">
            <a:avLst>
              <a:gd name="adj" fmla="val 2302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img/zeroshot-we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554480"/>
            <a:ext cx="6172200" cy="34655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7033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ผลแรก: ห้องเรียนอนาคตแบบทั่วไป — นักเรียนหลายคน แสงสม่ำเสมอ ตัวอักษรบนจอเพี้ยน ไม่ใช่บรรยากาศกลางคืนตามที่คิด (nano_banana_pro · 1k)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จุดอ่อนของผลแรกถูกจดไว้เป็นวงเล็บคำถาม เพื่อไปถามต่อในขั้นถัดไป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3/30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1 · การสร้างรูปด้วย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ถาม–ตอบ เพื่อปรับพรอมป์ให้ดีขึ้น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3822192" y="1572768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5072" y="1645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ภาพออกมาเป็นห้องเรียนทั่วไปเกินไป อยากได้บรรยากาศกลางคืน คนเดียว เงียบ ๆ จะเขียนยังไง?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88336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6148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ลองระบุเวลา/แสง (กลางคืน โคมไฟอุ่น) จำนวนคน (นักเรียน 1 คน) และอารมณ์ภาพ (เงียบ โฟกัส)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22192" y="3803904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387705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อยากให้เห็นชัดว่า AI ช่วยเรียน ต้องใส่อะไรเพิ่ม?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919472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99262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ระบุองค์ประกอบ AI เช่น แผงโฮโลแกรมลอยเหนือแล็ปท็อป และเขียนเป็นภาษาอังกฤษเพราะคำศัพท์ภาพ (lighting, composition) แม่นกว่า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คำถามแต่ละรอบดึง 'สิ่งที่ต้องระบุ' ออกจากผลลัพธ์แรก — ได้เป็นวัตถุดิบของพรอมป์ใหม่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4/30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1 · การสร้างรูปด้วย AI · Higgsfield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พรอมป์ใหม่ (few-shot)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663440" cy="2331720"/>
          </a:xfrm>
          <a:prstGeom prst="roundRect">
            <a:avLst>
              <a:gd name="adj" fmla="val 3529"/>
            </a:avLst>
          </a:prstGeom>
          <a:solidFill>
            <a:srgbClr val="12101F"/>
          </a:solidFill>
          <a:ln w="12700">
            <a:solidFill>
              <a:srgbClr val="2E5C43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FEW-SHOT · ใส่บทบาท+บริบท+รูปแบบ+ข้อจำกัด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415137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Cinematic photorealistic scene of a Thai high school student studying at a wooden desk in a dark bedroom at night, warm amber desk lamp glow on the left, translucent glowing holographic AI interface above the laptop, deep indigo shadows, film grain, 16:9 with negative space on the right, no text, no watermark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31536" y="1499616"/>
            <a:ext cx="6281928" cy="3575304"/>
          </a:xfrm>
          <a:prstGeom prst="roundRect">
            <a:avLst>
              <a:gd name="adj" fmla="val 2302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img/fewshot-we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554480"/>
            <a:ext cx="6172200" cy="34655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1148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ผลใหม่: นักเรียนคนเดียวยามค่ำ โคมไฟอุ่นซ้าย โฮโลแกรม AI ลอยเหนือแล็ปท็อป เว้นที่ว่างขวาใส่หัวข้อ — ใช้เป็นภาพหลักของเว็บและสไลด์นี้ได้ทันที (nano_banana_pro · 2k)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5/30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B5F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สะท้อนการเรียนรู้ · แง่ที่ 1 · Higgsfield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สิ่งที่ได้เรียนรู้จากการวนปรับพรอมป์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67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พรอมป์ไทยสั้น ๆ ให้ความหมายแต่ไม่ให้ภาพ — โมเดลต้องเดาทุกอย่างเอง จึงได้ภาพที่ใครก็ใช้ได้แต่ไม่ใช่ของเรา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 subject → scene → lighting → composition → constraints ทำให้คุมผลลัพธ์ได้เกือบทั้งหมด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ข้อจำกัดเชิงลบ (no text, no watermark) คือการกันเหนียวที่ประหยัดรอบแก้ภาพเสีย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เศรษฐศาสตร์ของพรอมป์: ทดสอบด้วย 1k ก่อน ค่อยจ่าย 2k เมื่อมั่นใจ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ผลลัพธ์แรก · 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ห้องเรียนทั่วไป · ตัวอักษรเพี้ยน · ใช้งานจริงไม่ได้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2291B"/>
          </a:solidFill>
          <a:ln w="12700">
            <a:solidFill>
              <a:srgbClr val="2E5C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ผลลัพธ์ใหม่ · few-shot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ตรงคอนเซปต์ · แสงและมุมคุมได้ · เป็นภาพหลักของงานทันที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6/30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2 · กราฟคณิตศาสตร์ · Desmos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พรอมป์แรก (zero-shot)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663440" cy="1920240"/>
          </a:xfrm>
          <a:prstGeom prst="roundRect">
            <a:avLst>
              <a:gd name="adj" fmla="val 4286"/>
            </a:avLst>
          </a:prstGeom>
          <a:solidFill>
            <a:srgbClr val="12101F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41513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สร้างกราฟ y = sin 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31536" y="1499616"/>
            <a:ext cx="6281928" cy="3575304"/>
          </a:xfrm>
          <a:prstGeom prst="roundRect">
            <a:avLst>
              <a:gd name="adj" fmla="val 2302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desmos/desmos-v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554480"/>
            <a:ext cx="6172200" cy="34655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7033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ผลแรก: นิพจน์เดียว เส้นเดียว — ถูกต้องแต่ไม่ได้สื่อสารอะไรเลย ไม่มีพารามิเตอร์ให้ลอง ไม่มีจุดเปรียบเทียบ และไม่เกี่ยวกับความสัมพันธ์ที่เราสนใจ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จุดอ่อนของผลแรกถูกจดไว้เป็นวงเล็บคำถาม เพื่อไปถามต่อในขั้นถัดไป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7/30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2 · กราฟคณิตศาสตร์ · Desmos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ถาม–ตอบ เพื่อปรับพรอมป์ให้ดีขึ้น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3822192" y="1572768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5072" y="1645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อยากได้กราฟที่สื่อการลืมบทเรียนตามทฤษฎี Ebbinghaus ต้องใช้สมการอะไร?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88336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6148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R(t) = A·e^(−t/S) โดย A คือความจำตอนเรียนจบ (100%) และ S คือความแข็งแรงของความจำเป็นวัน — ทบทวนมาก S ใหญ่ กราฟลดช้า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22192" y="3803904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387705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อยากให้เพื่อนเลื่อนค่าดูเองได้ ต้องพิมพ์ยังไงใน Desmos?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919472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99262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พิมพ์ A=100 และ S=7 ก่อน — Desmos สร้าง slider อัตโนมัติ แล้วค่อยนิยาม R(t) ที่ใช้ตัวแปรทั้งสอง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คำถามแต่ละรอบดึง 'สิ่งที่ต้องระบุ' ออกจากผลลัพธ์แรก — ได้เป็นวัตถุดิบของพรอมป์ใหม่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8/30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2 · กราฟคณิตศาสตร์ · Desmos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พรอมป์ใหม่ (few-shot)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663440" cy="2331720"/>
          </a:xfrm>
          <a:prstGeom prst="roundRect">
            <a:avLst>
              <a:gd name="adj" fmla="val 3529"/>
            </a:avLst>
          </a:prstGeom>
          <a:solidFill>
            <a:srgbClr val="12101F"/>
          </a:solidFill>
          <a:ln w="12700">
            <a:solidFill>
              <a:srgbClr val="2E5C43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FEW-SHOT · ใส่บทบาท+บริบท+รูปแบบ+ข้อจำกัด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415137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สร้างกราฟเส้นโค้งการลืม R(t) = A·e^(−t/S)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 slider A=100 (ความจำเริ่มต้น %)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 slider S=7 (ความแข็งแรงความจำ วัน)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เพิ่มเส้น y=50 เป็นเส้นวิกฤตการลืม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ให้นักเรียนเลื่อน S ดูว่าทบทวนทำให้กราฟลดช้าลงเพียงใด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31536" y="1499616"/>
            <a:ext cx="6281928" cy="3575304"/>
          </a:xfrm>
          <a:prstGeom prst="roundRect">
            <a:avLst>
              <a:gd name="adj" fmla="val 2302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desmos/desmos-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554480"/>
            <a:ext cx="6172200" cy="34655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1148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ผลใหม่: กราฟโต้ตอบจาก Desmos จริง — เลื่อน S จาก 7 เป็น 30 เห็นเส้นโค้งแบนลงชัดเจน จุดตัดเส้น y=50 คือจำนวนวันก่อนความจำหลุดครึ่งหนึ่ง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9/30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B5F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สะท้อนการเรียนรู้ · แง่ที่ 2 · Desmos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สิ่งที่ได้เรียนรู้จากการวนปรับพรอมป์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67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ความต่างไม่ได้อยู่ที่กราฟสวยขึ้น แต่อยู่ที่เป้าหมายของกราฟ — พรอมป์แรกไม่ได้บอกว่าจะสื่อสารอะไร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การทำ A และ S เป็นตัวแปร slider เปลี่ยนภาพนิ่งให้เป็นเครื่องมือสำรวจ — ผู้เรียนได้เล่นกับคณิตศาสตร์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เส้นอ้างอิงเพียงเส้นเดียว (y=50) ทำให้กราฟมีประเด็นทันที — รายละเอียดที่เกิดจากการถามต่อ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ผลลัพธ์แรก · 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เส้นโค้งเดียว · ดูแล้วจบ · ไม่มีบริบท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2291B"/>
          </a:solidFill>
          <a:ln w="12700">
            <a:solidFill>
              <a:srgbClr val="2E5C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ผลลัพธ์ใหม่ · few-shot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slider โต้ตอบ · มีเส้นวิกฤต · ใช้สอนต่อได้ทันที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10/30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3 · ไดอะแกรมจาก Mermaid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พรอมป์แรก (zero-shot)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12101F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 mermaid diagram แสดงการพัฒนา prompt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51776" y="1362456"/>
            <a:ext cx="1709928" cy="3730752"/>
          </a:xfrm>
          <a:prstGeom prst="roundRect">
            <a:avLst>
              <a:gd name="adj" fmla="val 4813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mermaid/v1-zeroshot-bi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1417320"/>
            <a:ext cx="1600200" cy="36210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10896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ผลแรก: กล่อง 4 ใบธรรมดา — loop เขียน→ผลลัพธ์→พอใจไหม ซึ่งถูกต้องแต่ว่างเปล่า ไม่แยกรอบแรกกับรอบปรับปรุง ไม่มีสี ไม่มีกลุ่ม ใช้สอนไม่ได้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11/30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3 · ไดอะแกรมจาก Mermaid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ถาม–ตอบ เพื่อปรับพรอมป์ให้ดีขึ้น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3822192" y="1572768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5072" y="1645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อยากให้เห็นชัดว่ามี 2 รอบ — zero-shot กับ few-shot ต้องใช้ syntax อะไร?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88336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6148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subgraph ครอบแต่ละรอบ พร้อมตั้งชื่อกลุ่ม เช่น รอบที่ 1 · Zero-shot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22192" y="3803904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387705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ทำให้แยกสีตามช่วงได้ไหม และอะไรเชื่อมสองรอบ?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919472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99262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classDef กำหนดสีกล่อง แยก zero/few/กระบวนการ และเพิ่มกล่อง ถาม–ตอบเพื่อปรับ prompt เป็นสะพานเชื่อม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คำถามแต่ละรอบดึง 'สิ่งที่ต้องระบุ' ออกจากผลลัพธ์แรก — ได้เป็นวัตถุดิบของพรอมป์ใหม่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12/30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3 · ไดอะแกรมจาก Mermaid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พรอมป์ใหม่ (few-shot)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114800" cy="2651760"/>
          </a:xfrm>
          <a:prstGeom prst="roundRect">
            <a:avLst>
              <a:gd name="adj" fmla="val 3103"/>
            </a:avLst>
          </a:prstGeom>
          <a:solidFill>
            <a:srgbClr val="12101F"/>
          </a:solidFill>
          <a:ln w="12700">
            <a:solidFill>
              <a:srgbClr val="2E5C43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FEW-SHOT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360273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 flowchart TD: subgraph รอบ 1 Zero-shot → กล่องถาม–ตอบ+สังเคราะห์พรอมป์ใหม่ → subgraph รอบ 2 Few-shot → จุดตัดสินใจ ตรงเป้าหมายไหม (ไม่ตรงวนกลับ) → สะท้อนการเรียนรู้ ใช้ classDef 3 สี ข้อความไทย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65776" y="1362456"/>
            <a:ext cx="1527048" cy="3319272"/>
          </a:xfrm>
          <a:prstGeom prst="roundRect">
            <a:avLst>
              <a:gd name="adj" fmla="val 5389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mermaid/v1-zeroshot-bi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417320"/>
            <a:ext cx="1417320" cy="32095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031736" y="1362456"/>
            <a:ext cx="1847088" cy="4718304"/>
          </a:xfrm>
          <a:prstGeom prst="roundRect">
            <a:avLst>
              <a:gd name="adj" fmla="val 4455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assets/mermaid/v2-fewshot-bi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86600" y="1417320"/>
            <a:ext cx="1737360" cy="46085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4754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ก่อน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086600" y="6126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หลัง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052560" y="155448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ผลใหม่: วงจร 2 รอบแยกสีชัดเจน — น้ำเงิน=รอบแรก ทอง=รอบสอง เขียว=กระบวนการ อ่านเข้าใจใน 3 วินาที ใช้สอนได้จริง (โค้ด .mmd อยู่ใน repo)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13/30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B5F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สะท้อนการเรียนรู้ · แง่ที่ 3 · Mermaid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สิ่งที่ได้เรียนรู้จากการวนปรับพรอมป์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67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ไดอะแกรมต้องการข้อความที่คมก่อน syntax — พรอมป์แรกให้หัวข้อแต่ไม่ให้โครงเรื่อง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การระบุคำสั่งเฉพาะของเครื่องมือ (subgraph, classDef, TD) คือ few-shot เชิงเทคนิค — ยิ่งรู้คำของเครื่องมือ ยิ่งคุมผลลัพธ์ได้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สีไม่ใช่การตกแต่งแต่เป็นชั้นข้อมูล: แยกรอบแรก/รอบสอง/กระบวนการได้โดยไม่ต้องอ่านทุกกล่อง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ผลลัพธ์แรก · 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 กล่อง · ไม่มีบริบท · จำยาก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2291B"/>
          </a:solidFill>
          <a:ln w="12700">
            <a:solidFill>
              <a:srgbClr val="2E5C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ผลลัพธ์ใหม่ · few-shot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 รอบชัดเจน · สีแยกชั้นความหมาย · ใช้สอนได้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14/30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4 · บทความจาก LaTeX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พรอมป์แรก (zero-shot)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12101F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เขียนบทความเรื่อง prompt engineering ด้วย latex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49056" y="1316736"/>
            <a:ext cx="2761488" cy="3538728"/>
          </a:xfrm>
          <a:prstGeom prst="roundRect">
            <a:avLst>
              <a:gd name="adj" fmla="val 2980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latex/v1-p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1371600"/>
            <a:ext cx="265176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1089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ผลแรก: เทมเพลตอังกฤษ 3 ย่อหน้า พื้น ๆ — ประโยคสั้น ไม่มีตาราง ไม่มีสมการ และไม่มีภาษาไทย เพราะไม่ได้ระบุ engine และฟอนต์ไทย ใช้ส่งงานจริงไม่ได้ (คอมไพล์ Tectonic)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15/30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4 · บทความจาก LaTeX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ถาม–ตอบ เพื่อปรับพรอมป์ให้ดีขึ้น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3822192" y="1572768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5072" y="1645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อยากได้บทความภาษาไทย LaTeX ต้องตั้งค่ายังไง?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88336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6148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คอมไพล์ด้วย XeLaTeX ใช้ fontspec ตั้งฟอนต์ไทย (Thonburi) และเปิด XeTeXlinebreaklocale "th" เพื่อตัดคำไทย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22192" y="3803904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387705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อยากให้เนื้อหาลึกและเป็นระบบ ควรกำหนดโครงเรื่องอย่างไร?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919472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99262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กำหนดโครง: บทคัดย่อ → บทนำ → กรอบวิเคราะห์ (มีสมการ) → ตารางเปรียบเทียบ 6 แง่ → ข้อเสนอแนะ → บทสรุป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คำถามแต่ละรอบดึง 'สิ่งที่ต้องระบุ' ออกจากผลลัพธ์แรก — ได้เป็นวัตถุดิบของพรอมป์ใหม่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16/30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4 · บทความจาก LaTeX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พรอมป์ใหม่ (few-shot)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480560" cy="2697480"/>
          </a:xfrm>
          <a:prstGeom prst="roundRect">
            <a:avLst>
              <a:gd name="adj" fmla="val 3051"/>
            </a:avLst>
          </a:prstGeom>
          <a:solidFill>
            <a:srgbClr val="12101F"/>
          </a:solidFill>
          <a:ln w="12700">
            <a:solidFill>
              <a:srgbClr val="2E5C43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FEW-SHOT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396849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เขียนบทความวิชาการภาษาไทยด้วย XeLaTeX+fontspec ฟอนต์ Thonburi ชื่อเรื่อง พลังของ Prompt: จาก Zero-shot สู่ Few-shot ผู้อ่าน: นักศึกษาวิศวคอม มีบทคัดย่อ สมการ Qn=Q0(1+α)^n ตาราง booktabs เทียบ 6 แง่ ข้อเสนอแนะ และบทสรุป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85816" y="1316736"/>
            <a:ext cx="2505456" cy="3502152"/>
          </a:xfrm>
          <a:prstGeom prst="roundRect">
            <a:avLst>
              <a:gd name="adj" fmla="val 3285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latex/v2-p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0680" y="1371600"/>
            <a:ext cx="2395728" cy="33924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174736" y="1316736"/>
            <a:ext cx="2505456" cy="3502152"/>
          </a:xfrm>
          <a:prstGeom prst="roundRect">
            <a:avLst>
              <a:gd name="adj" fmla="val 3285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2" name="Image 1" descr="assets/latex/v2-page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1371600"/>
            <a:ext cx="2395728" cy="33924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502920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ผลใหม่: บทความไทย 2 หน้า — บทคัดย่อ สมการ ตารางเปรียบเทียบ 6 แง่จากงานจริง ฟอนต์ไทยตัดคำถูกต้อง (PDF + โค้ด .tex อยู่ใน repo)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17/30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B5F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สะท้อนการเรียนรู้ · แง่ที่ 4 · LaTeX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สิ่งที่ได้เรียนรู้จากการวนปรับพรอมป์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67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LaTeX มีกับดักภาษา — ไม่ระบุ engine/ฟอนต์ ก็ได้เอกสารที่ภาษาไทยพังทั้งไฟล์ พรอมป์ที่ดีต้องรู้จุดวิกฤตของเครื่องมือ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การกำหนดโครงเรื่องล่วงหน้าเปลี่ยนผลลัพธ์จากเทมเพลตเป็นบทความจริง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ตารางที่ขอเฉพาะ (booktabs 3 เส้น) ทำให้เอกสารดูเป็นวารสาร — รายละเอียดที่ได้จากการถามต่อ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ผลลัพธ์แรก · 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อังกฤษ 3 ย่อหน้า · ไม่มีโครงเรื่อง · ส่งไม่ได้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2291B"/>
          </a:solidFill>
          <a:ln w="12700">
            <a:solidFill>
              <a:srgbClr val="2E5C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ผลลัพธ์ใหม่ · few-shot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ไทยเต็มรูปแบบ · สมการ+ตาราง · ระดับส่งได้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18/30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5 · สไลด์สรุปด้วย NotebookLM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พรอมป์แรก (zero-shot)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12101F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ZERO-SHOT · หลังอัปโหลด Week4.pdf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สรุปไฟล์นี้เป็นสไลด์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6583680" cy="2103120"/>
          </a:xfrm>
          <a:prstGeom prst="roundRect">
            <a:avLst>
              <a:gd name="adj" fmla="val 4348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2841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ผลแรก: ย่อหน้าข้อความ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"เอกสารนี้กล่าวถึง prompt คือคำสั่งที่ให้กับ AI… มีเทคนิคต่าง ๆ เช่น zero-shot few-shot… สรุปได้ว่า prompt ที่ดีช่วยให้ AI ตอบตรงความต้องการ…"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ได้ข้อความย่อ ไม่ใช่สไลด์ — ต้องคัดลอกไปจัดรูปเองอีกยาว เพราะไม่ได้ระบุจำนวนหน้า โครงเรื่อง กลุ่มเป้าหมาย และรูปแบบ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19/30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5 · สไลด์สรุปด้วย NotebookLM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ถาม–ตอบ เพื่อปรับพรอมป์ให้ดีขึ้น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3822192" y="1572768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5072" y="1645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อยากได้สไลด์ที่นักศึกษาใช้ทบทวนก่อนสอบ ควรกำหนดอะไรบ้าง?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88336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6148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ระบุจำนวนสไลด์ (10 หน้า) โครงเรื่อง นิยาม→เทคนิคหลัก→RGC→Inception→สรุป และรูปแบบหน้าละ 3 bullet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22192" y="3803904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387705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อยากเน้นคำศัพท์สำคัญที่อาจออกข้อสอบ ทำได้ไหม?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919472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99262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ได้ — เพิ่มเงื่อนไข คำศัพท์สำคัญเป็นตัวหนา และสไลด์สุดท้ายรวมคำศัพท์+ตัวย่อเป็นตาราง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คำถามแต่ละรอบดึง 'สิ่งที่ต้องระบุ' ออกจากผลลัพธ์แรก — ได้เป็นวัตถุดิบของพรอมป์ใหม่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20/30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5 · สไลด์สรุปด้วย NotebookLM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พรอมป์ใหม่ (few-shot)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297680" cy="2651760"/>
          </a:xfrm>
          <a:prstGeom prst="roundRect">
            <a:avLst>
              <a:gd name="adj" fmla="val 3103"/>
            </a:avLst>
          </a:prstGeom>
          <a:solidFill>
            <a:srgbClr val="12101F"/>
          </a:solidFill>
          <a:ln w="12700">
            <a:solidFill>
              <a:srgbClr val="2E5C43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FEW-SHOT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378561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คุณเป็นผู้ช่วยสอนรายวิชา GenAI 1 จงสรุปเอกสาร Week 4 พลังของ Prompt เป็นสไลด์ทบทวน 10 หน้า ภาษาไทย โครง: นิยาม→AI เข้าใจภาษา→Zero/One/Few-shot→RGC→Priming+CoT→Inception→ตัวอย่างจริง→สรุป+ตารางคำศัพท์ หน้าละไม่เกิน 3 bullet คำสำคัญตัวหนา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02936" y="1499616"/>
            <a:ext cx="6510528" cy="3904488"/>
          </a:xfrm>
          <a:prstGeom prst="roundRect">
            <a:avLst>
              <a:gd name="adj" fmla="val 2108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shots/deck-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554480"/>
            <a:ext cx="6400800" cy="3794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57800" y="5486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ผลใหม่: สไลด์ทบทวน 10 หน้า (สร้างตามพรอมป์รอบสอง — เปิดดูเต็มที่ fiezdev.github.io/genai-prompt-lab/slides.html) ทำซ้ำใน NotebookLM จริงได้ใน 5 นาที: อัปโหลด PDF → วางพรอมป์แรก → วางพรอมป์ใหม่ → บันทึกผล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21/30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B5F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สะท้อนการเรียนรู้ · แง่ที่ 5 · NotebookLM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สิ่งที่ได้เรียนรู้จากการวนปรับพรอมป์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67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เครื่องมือสรุปเอกสารมีค่าเริ่มต้นของมันเอง — ไม่ระบุรูปแบบ จะได้ข้อความย่อ ไม่ใช่สื่อการสอน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การให้โครงเรื่องเจาะจงถึงหน้า ทำให้สไลด์เรียงตามลำดับการสอนจริง ไม่ใช่ลำดับที่โมเดลสุ่ม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เงื่อนไขเล็ก ๆ อย่าง คำศัพท์ตัวหนา+ตารางท้ายเล่ม ทำให้ผลงานเหมาะกับผู้ใช้จริง — นักศึกษาก่อนสอบ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ผลลัพธ์แรก · 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ย่อหน้าข้อความ · ต้องจัดรูปเองใหม่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2291B"/>
          </a:solidFill>
          <a:ln w="12700">
            <a:solidFill>
              <a:srgbClr val="2E5C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ผลลัพธ์ใหม่ · few-shot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สไลด์ 10 หน้าพร้อมใช้ · โครงตามหลักการสอน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22/30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6 · เว็บไซต์บน GitHub Pages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พรอมป์แรก (zero-shot)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12101F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ทำเว็บไซต์สรุปงานการบ้าน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97296" y="1499616"/>
            <a:ext cx="5916168" cy="3968496"/>
          </a:xfrm>
          <a:prstGeom prst="roundRect">
            <a:avLst>
              <a:gd name="adj" fmla="val 2074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shots/site-s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554480"/>
            <a:ext cx="5806440" cy="38587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31546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ผลแรก: HTML หน้าเดียวเลื่อนยาว — งาน 6 แง่เรียงต่อกัน ไม่มีเมนู ไม่มีแยกหมวด อ่านบนมือถือลำบาก ผู้ตรวจต้องเลื่อนหาแง่ที่ต้องการเอง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23/30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6 · เว็บไซต์บน GitHub Pages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ถาม–ตอบ เพื่อปรับพรอมป์ให้ดีขึ้น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3822192" y="1572768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5072" y="1645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อยากให้อาจารย์เลือกดูทีละแง่ได้ง่าย ๆ ต้องออกแบบนำทางยังไง?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88336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6148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ทำเมนูบนแบบเลือกหมวด 6 ปุ่มตาม 6 แง่ ใช้ hash routing เพื่อแชร์ลิงก์ตรงถึงแต่ละแง่ (#s1–#s6)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22192" y="3803904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3A2F10"/>
          </a:solidFill>
          <a:ln w="12700">
            <a:solidFill>
              <a:srgbClr val="6B54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387705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ฉัน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อยากได้ธีมต่อเนื่องกับงานและอ่านสบายทั้งจอคอมและมือถือ?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919472"/>
            <a:ext cx="7863840" cy="969264"/>
          </a:xfrm>
          <a:prstGeom prst="roundRect">
            <a:avLst>
              <a:gd name="adj" fmla="val 10377"/>
            </a:avLst>
          </a:prstGeom>
          <a:solidFill>
            <a:srgbClr val="232040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99262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8FA7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ใช้ธีมมืด indigo+ทอง ฟอนต์ไทย Leelawadee UI ทุกแง่ใช้โครงเดียวกัน พร้อม grid ที่ยุบเป็นคอลัมน์เดียวบนมือถือ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คำถามแต่ละรอบดึง 'สิ่งที่ต้องระบุ' ออกจากผลลัพธ์แรก — ได้เป็นวัตถุดิบของพรอมป์ใหม่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24/30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แง่ที่ 6 · เว็บไซต์บน GitHub Pages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พรอมป์ใหม่ (few-shot) และผลลัพธ์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4297680" cy="2651760"/>
          </a:xfrm>
          <a:prstGeom prst="roundRect">
            <a:avLst>
              <a:gd name="adj" fmla="val 3103"/>
            </a:avLst>
          </a:prstGeom>
          <a:solidFill>
            <a:srgbClr val="12101F"/>
          </a:solidFill>
          <a:ln w="12700">
            <a:solidFill>
              <a:srgbClr val="2E5C43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1124712" y="1755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FEW-SHOT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378561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สร้างเว็บ Prompt Lab เป็น SPA หน้าเดียว เมนูบน 7 แท็บ (หน้าแรก+6 แง่) hash routing ธีมมืด indigo/ทอง ฟอนต์ไทย ทุกแง่ใช้โครงเดียวกัน พรอมป์→ผล→ถามตอบ→พรอมป์ใหม่→ผล→สะท้อน responsive เผยแพร่ด้วย GitHub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02936" y="1499616"/>
            <a:ext cx="6510528" cy="4370832"/>
          </a:xfrm>
          <a:prstGeom prst="roundRect">
            <a:avLst>
              <a:gd name="adj" fmla="val 1883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10" name="Image 0" descr="assets/shots/site-s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1554480"/>
            <a:ext cx="6400800" cy="42611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57800" y="5943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ผลใหม่: เว็บไซต์จริงที่กำลังใช้ส่งงาน — เมนู 7 แท็บ ผลงานแง่ 1–5 ฝังครบในหน้าเดียว ธีมเดียวทั้งชิ้น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25/30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11512" y="-384048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2A274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B5F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สะท้อนการเรียนรู้ · แง่ที่ 6 · GitHub Pages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สิ่งที่ได้เรียนรู้จากการวนปรับพรอมป์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675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เว็บคือสื่อ ไม่ใช่เอกสาร — พรอมป์แรกคิดถึงเนื้อหาแต่ลืมผู้อ่านและการนำทาง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ความต่อเนื่อง (ธีมเดียว โครงเดียว สีเดียว) ทำให้ 6 งานรวมเป็นหนึ่งผลงาน — ตรงเงื่อนไขโบนัส</a:t>
            </a:r>
            <a:endParaRPr lang="en-US" sz="1450" dirty="0"/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45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ทำครบ 6 แง่จะเห็นแบบแผนเดียวกันหมด: zero-shot ได้ของทั่วไป — few-shot ได้ของของเรา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D1B33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ผลลัพธ์แรก · zero-shot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หน้ายาวเดียว · หลงทาง · ไม่มีการนำทาง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47091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2291B"/>
          </a:solidFill>
          <a:ln w="12700">
            <a:solidFill>
              <a:srgbClr val="2E5C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8371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ผลลัพธ์ใหม่ · few-shot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5148072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 แท็บเลือกได้ · responsive · ผลงานจริงครบ 6 แง่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26/30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โบนัสพิเศษ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เว็บไซต์รวมงานแง่ 1–5 บน GitHub Pages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48056" y="1499616"/>
            <a:ext cx="6419088" cy="3849624"/>
          </a:xfrm>
          <a:prstGeom prst="roundRect">
            <a:avLst>
              <a:gd name="adj" fmla="val 2138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5" name="Image 0" descr="assets/shots/deck-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54480"/>
            <a:ext cx="6309360" cy="3739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780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เปิดเข้าไปดูได้จริงที่ </a:t>
            </a:r>
            <a:pPr indent="0" marL="0">
              <a:buNone/>
            </a:pPr>
            <a:r>
              <a:rPr lang="en-US" sz="150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fiezdev.github.io/genai-prompt-lab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78040" y="2286000"/>
            <a:ext cx="4526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เมนูบนเลือก 6 แง่ + หน้าแรก + คู่มือ Canva MCP</a:t>
            </a:r>
            <a:endParaRPr lang="en-US" sz="1400" dirty="0"/>
          </a:p>
          <a:p>
            <a:pPr marL="152400" indent="-152400">
              <a:lnSpc>
                <a:spcPct val="118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ผลงานจริงฝังในหน้า: ภาพ Higgsfield กราฟ Desmos ไดอะแกรม Mermaid PDF จาก LaTeX และสไลด์สรุป 10 หน้า</a:t>
            </a:r>
            <a:endParaRPr lang="en-US" sz="1400" dirty="0"/>
          </a:p>
          <a:p>
            <a:pPr marL="152400" indent="-152400">
              <a:lnSpc>
                <a:spcPct val="118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ธีมเดียวต่อเนื่อง ทุกแง่ใช้โครงเดียวกัน — งานทั้งหมดอ่านเป็นชิ้นเดียว</a:t>
            </a:r>
            <a:endParaRPr lang="en-US" sz="1400" dirty="0"/>
          </a:p>
          <a:p>
            <a:pPr marL="152400" indent="-152400">
              <a:lnSpc>
                <a:spcPct val="118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ซอร์สโค้ตเปิดที่ github.com/FiezDev/genai-prompt-lab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27/30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คู่มือเสริม · ใช้กับแง่ที่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Canva + Canva MCP: ออกแบบด้วยพรอมป์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6583680" cy="1920240"/>
          </a:xfrm>
          <a:prstGeom prst="roundRect">
            <a:avLst>
              <a:gd name="adj" fmla="val 4286"/>
            </a:avLst>
          </a:prstGeom>
          <a:solidFill>
            <a:srgbClr val="12101F"/>
          </a:solidFill>
          <a:ln w="12700">
            <a:solidFill>
              <a:srgbClr val="312E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0078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ตั้งค่าเชื่อม Canva เข้ากับ AI assistant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29968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"canva": { "command": "npx",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["-y","mcp-remote@latest",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"https://mcp.canva.com/mcp"]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D1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374904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ขอสิทธิ์ MCP ที่ canva.dev → อนุมัติแล้วเพิ่ม config นี้ในไคลเอนต์</a:t>
            </a:r>
            <a:endParaRPr lang="en-US" sz="1400" dirty="0"/>
          </a:p>
          <a:p>
            <a:pPr marL="152400" indent="-152400">
              <a:lnSpc>
                <a:spcPct val="118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ล็อกอิน Canva ผ่าน OAuth ครั้งเดียว — ไม่มีการใช้รหัสผ่าน</a:t>
            </a:r>
            <a:endParaRPr lang="en-US" sz="1400" dirty="0"/>
          </a:p>
          <a:p>
            <a:pPr marL="152400" indent="-152400">
              <a:lnSpc>
                <a:spcPct val="118000"/>
              </a:lnSpc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สั่งงานเป็นภาษาไทยได้เลย: สร้างโปสเตอร์ / ค้นเทมเพลต / แก้งานเดิม / ส่งออก PNG·PDF·PPTX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43216" y="1517904"/>
            <a:ext cx="4270248" cy="2441448"/>
          </a:xfrm>
          <a:prstGeom prst="roundRect">
            <a:avLst>
              <a:gd name="adj" fmla="val 3371"/>
            </a:avLst>
          </a:prstGeom>
          <a:solidFill>
            <a:srgbClr val="0B0A16"/>
          </a:solidFill>
          <a:ln w="12700">
            <a:solidFill>
              <a:srgbClr val="312E56"/>
            </a:solidFill>
            <a:prstDash val="solid"/>
          </a:ln>
          <a:effectLst>
            <a:outerShdw sx="100000" sy="100000" kx="0" ky="0" algn="bl" rotWithShape="0" blurRad="88900" dist="25400" dir="3600000">
              <a:srgbClr val="000000">
                <a:alpha val="28000"/>
              </a:srgbClr>
            </a:outerShdw>
          </a:effectLst>
        </p:spPr>
      </p:sp>
      <p:pic>
        <p:nvPicPr>
          <p:cNvPr id="9" name="Image 0" descr="assets/img/fewshot-we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572768"/>
            <a:ext cx="4160520" cy="2331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0" y="406908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ตัวอย่างงานภาพที่สั่งด้วยพรอมป์ (แง่ที่ 1) — คู่มือฉบับเต็มอยู่ในเว็บ: /canva-mcp-guide.html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28/30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สรุปภาพรวม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13816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 แง่ · แบบแผนเดียวกันทั้งหมด</a:t>
            </a:r>
            <a:endParaRPr lang="en-US" sz="3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3657600"/>
                <a:gridCol w="395935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B94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แง่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B94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เครื่องมือ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B94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ผลแรก (zero-shot)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B942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ผลใหม่ (few-shot)</a:t>
                      </a:r>
                      <a:endParaRPr lang="en-US" sz="13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0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1 ภาพ AI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Higgsfield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D99C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ฉากทั่วไป ตัวอักษรเพี้ยน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7F0C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ตรงคอนเซปต์ ใช้เป็นภาพหลัก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2 กราฟ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Desmos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D99C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เส้นเดียว ไร้ความหมาย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7F0C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slider โต้ตอบ + เส้นวิกฤต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3 ไดอะแกรม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Mermaid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D99C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 กล่องธรรมดา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7F0C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วงจร 2 รอบ สีแยกชั้นความหมาย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4 บทความ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LaTeX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D99C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เทมเพลตอังกฤษว่าง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7F0C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บทความไทย สมการ+ตาราง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5 สไลด์สรุป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NotebookLM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D99C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ย่อหน้าข้อความ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7F0C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สไลด์ 10 หน้าพร้อมใช้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6 เว็บไซต์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8E6F5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GitHub Pages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9D99C0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หน้ายาวเดียว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7F0CB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7 แท็บ ผลงานจริงครบทุกแง่</a:t>
                      </a:r>
                      <a:endParaRPr lang="en-US" sz="125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2E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73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บทเรียนรวม: กำหนดเป้าหมายก่อนถาม · ให้บทบาท+บริบท+ตัวอย่าง · วนปรับอย่างน้อยหนึ่งรอบเสมอ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262872" y="6473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99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Prompt Lab · GenAI 1 · 29/30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0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g/zeroshot-we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E1D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210312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6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502920" y="3383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2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ทุกผลงานในสไลด์นี้ทำจากเครื่องมือจริง และรวมอยู่ในเว็บไซต์เดียวกัน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5120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เว็บไซต์ประกอบ  fiezdev.github.io/genai-prompt-lab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5B942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ซอร์สโค้ด  github.com/FiezDev/genai-prompt-lab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D99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อิทธิพล วงศ์อภัย · GenAI 1 · Week 4 พลังของ Prompt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พลังของ Prompt: จาก Zero-shot สู่ Few-shot ใน 6 แง่</dc:title>
  <dc:subject>PptxGenJS Presentation</dc:subject>
  <dc:creator>อิทธิพล วงศ์อภัย</dc:creator>
  <cp:lastModifiedBy>อิทธิพล วงศ์อภัย</cp:lastModifiedBy>
  <cp:revision>1</cp:revision>
  <dcterms:created xsi:type="dcterms:W3CDTF">2026-09-08T03:36:21Z</dcterms:created>
  <dcterms:modified xsi:type="dcterms:W3CDTF">2026-09-08T03:36:21Z</dcterms:modified>
</cp:coreProperties>
</file>